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AI and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Fix bad emails, summarize the chaos, write the hard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THREE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Email is the highest-ROI use of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Fix a poorly written email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Summarize a 47-reply project thread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Draft a difficult client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