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6E2B"/>
                </a:solidFill>
                <a:latin typeface="Inter"/>
              </a:rPr>
              <a:t>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>
                <a:solidFill>
                  <a:srgbClr val="030303"/>
                </a:solidFill>
                <a:latin typeface="Petrona"/>
              </a:rPr>
              <a:t>AI and Email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Fix bad emails, summarize the chaos, write the hard 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THREE 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Email is the highest-ROI use of AI.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1.  Fix a poorly written email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2.  Summarize a 47-reply project thread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3.  Draft a difficult client response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