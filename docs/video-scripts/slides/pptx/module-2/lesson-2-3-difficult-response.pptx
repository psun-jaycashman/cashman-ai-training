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201168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B6E2B"/>
                </a:solidFill>
                <a:latin typeface="Inter"/>
              </a:rPr>
              <a:t>LESSON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246888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030303"/>
                </a:solidFill>
                <a:latin typeface="Petrona"/>
              </a:rPr>
              <a:t>Drafting a Difficult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4754880"/>
            <a:ext cx="92628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Hard emails. Right tone. Every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7406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B6E2B"/>
                </a:solidFill>
                <a:latin typeface="Inter"/>
              </a:rPr>
              <a:t>CASHMAN  · 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THE RECIPE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Tone calibration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2926080"/>
            <a:ext cx="731520" cy="54864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383280"/>
            <a:ext cx="9262872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1.  State the tone you want (firm but professional).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2.  Provide the facts on your side.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3.  Acknowledge their concern — don't accept blame.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4.  Propose a path forward.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SECURITY WARNING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Prompt Injection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3840480"/>
            <a:ext cx="9262872" cy="2377440"/>
          </a:xfrm>
          <a:prstGeom prst="rect">
            <a:avLst/>
          </a:prstGeom>
          <a:solidFill>
            <a:srgbClr val="C8E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3840480"/>
            <a:ext cx="118872" cy="237744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4160520"/>
            <a:ext cx="8531352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30303"/>
                </a:solidFill>
                <a:latin typeface="Petrona"/>
              </a:rPr>
              <a:t>External content can hide instructions for the AI.</a:t>
            </a:r>
          </a:p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30303"/>
                </a:solidFill>
                <a:latin typeface="Petrona"/>
              </a:rPr>
              <a:t>Always review AI output — especially when input came from outside.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