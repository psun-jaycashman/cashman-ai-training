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Drafting a Difficult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Hard emails. Right tone. Every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Tone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1.  State the tone you want (firm but professional).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2.  Provide the facts on your side.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3.  Acknowledge their concern — don't accept blame.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4.  Propose a path forward.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SECURITY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Prompt Injection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External content can hide instructions for the AI.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Always review AI output — especially when input came from outside.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