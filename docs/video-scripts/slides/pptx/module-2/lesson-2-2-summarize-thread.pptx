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Summarizing the Chaos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Forty-seven replies. Ninety seconds. The whole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Status · Decisions ·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Status     — where do things stand right now?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Decisions  — what's been agreed?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Actions    — who does what, by when?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NEW 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Context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The maximum amount of text AI can read at once.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For very long threads, summarize in chunks.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