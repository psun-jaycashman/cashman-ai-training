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Fixing a Bad Email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Rough draft in. Professional email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PROMPTING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Audience · Structure · Outcome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Audience  — who's reading?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Structure — how should it be organized?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Outcome   — what action do you want from them?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Submit. Get feedback. See examples.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Three example rewrites are waiting after you submit:</a:t>
            </a:r>
          </a:p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bulleted · action-items-first · short and direct.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