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822960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201168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B6E2B"/>
                </a:solidFill>
                <a:latin typeface="Inter"/>
              </a:rPr>
              <a:t>LESSON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246888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030303"/>
                </a:solidFill>
                <a:latin typeface="Petrona"/>
              </a:rPr>
              <a:t>Fixing a Bad Email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4754880"/>
            <a:ext cx="92628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Rough draft in. Professional email 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7406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B6E2B"/>
                </a:solidFill>
                <a:latin typeface="Inter"/>
              </a:rPr>
              <a:t>CASHMAN  ·  AI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PROMPTING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30303"/>
                </a:solidFill>
                <a:latin typeface="Petrona"/>
              </a:rPr>
              <a:t>Audience · Structure · Outcome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2926080"/>
            <a:ext cx="731520" cy="54864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383280"/>
            <a:ext cx="9262872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•  Audience  — who's reading?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•  Structure — how should it be organized?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•  Outcome   — what action do you want from them?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30303"/>
                </a:solidFill>
                <a:latin typeface="Petrona"/>
              </a:rPr>
              <a:t>Submit. Get feedback. See examples.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3840480"/>
            <a:ext cx="9262872" cy="2377440"/>
          </a:xfrm>
          <a:prstGeom prst="rect">
            <a:avLst/>
          </a:prstGeom>
          <a:solidFill>
            <a:srgbClr val="C8E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" y="3840480"/>
            <a:ext cx="118872" cy="237744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4160520"/>
            <a:ext cx="8531352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30303"/>
                </a:solidFill>
                <a:latin typeface="Petrona"/>
              </a:rPr>
              <a:t>Three example rewrites are waiting after you submit:</a:t>
            </a:r>
          </a:p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30303"/>
                </a:solidFill>
                <a:latin typeface="Petrona"/>
              </a:rPr>
              <a:t>bulleted · action-items-first · short and direct.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