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Closing Out a Messy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Seven files. Three deliverables. One afternoon.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IPC LYDON BUNDLE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What you have. What you owe.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Inputs — Word logs, Excel cost + payment, txt transcripts, emails.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Outputs — 1-page Word summary · Excel sequence-of-events · (bonus) PowerPoint.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Always cite the source file for every number.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6400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CHATGPT — THE WHOLE BUNDLE AT ONCE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51560"/>
            <a:ext cx="9262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30303"/>
                </a:solidFill>
                <a:latin typeface="Petrona"/>
              </a:rPr>
              <a:t>Drop the zip. Ask one focused question.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130552"/>
            <a:ext cx="9482328" cy="470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6833632"/>
            <a:ext cx="9482328" cy="36576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tgpt-ipc-lydon-zip-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240280"/>
            <a:ext cx="9262872" cy="44836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8" y="7135384"/>
            <a:ext cx="92628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6B6B6B"/>
                </a:solidFill>
                <a:latin typeface="Inter"/>
              </a:rPr>
              <a:t>Attach every file from the bundle in a single message, then ask for a chronological event list with source-file citations. Fastest cross-file synthesis — but the data leaves your network, so use it on hypothetical or public data only.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6400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CASHMAN AI PORTAL — INTERNAL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51560"/>
            <a:ext cx="9262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30303"/>
                </a:solidFill>
                <a:latin typeface="Petrona"/>
              </a:rPr>
              <a:t>Same approach. On-prem.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130552"/>
            <a:ext cx="9482328" cy="44343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6564947"/>
            <a:ext cx="9482328" cy="36576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hman-portal-summar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240280"/>
            <a:ext cx="9262872" cy="42149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8" y="6866699"/>
            <a:ext cx="92628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6B6B6B"/>
                </a:solidFill>
                <a:latin typeface="Inter"/>
              </a:rPr>
              <a:t>For real Cashman files, attach to the Portal instead. Files stay on company infrastructure. Best paired with Microsoft Copilot inside Word/Excel for per-file follow-ups.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AUDIT TRAIL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AI is the typist. You are the auditor.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Every dollar in your timeline must tie to cost-tracking.xlsx.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Dates chronological. No invented quotes.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