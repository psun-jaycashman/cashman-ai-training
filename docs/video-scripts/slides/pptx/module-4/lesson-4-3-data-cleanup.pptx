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00" d="100"/>
          <a:sy n="100" d="100"/>
        </p:scale>
        <p:origin x="7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837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 dirty="0">
                <a:solidFill>
                  <a:srgbClr val="030303"/>
                </a:solidFill>
                <a:latin typeface="Petrona"/>
              </a:rPr>
              <a:t>Closing Out 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5528" y="1280160"/>
            <a:ext cx="9262872" cy="675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 dirty="0">
                <a:solidFill>
                  <a:srgbClr val="030303"/>
                </a:solidFill>
                <a:latin typeface="Petrona"/>
              </a:rPr>
              <a:t>What you have. 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Inputs — Word logs, Excel cost + payment, txt transcripts, emails.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Outputs — 1-page Word summary · Excel sequence-of-events · (bonus) PowerPoint.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Always cite the source file for every number.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640080"/>
            <a:ext cx="9262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CHATGPT — THE WHOLE BUNDLE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51560"/>
            <a:ext cx="9262872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030303"/>
                </a:solidFill>
                <a:latin typeface="Petrona"/>
              </a:rPr>
              <a:t>Ask one focused question.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30552"/>
            <a:ext cx="9482328" cy="470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833632"/>
            <a:ext cx="9482328" cy="36576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atgpt-ipc-lydon-zip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240280"/>
            <a:ext cx="9262872" cy="4483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7135384"/>
            <a:ext cx="9262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B6B6B"/>
                </a:solidFill>
                <a:latin typeface="Inter"/>
              </a:rPr>
              <a:t>Attach every file from the bundle in a single message, then ask for a chronological event list with source-file citations. Fastest cross-file synthesis — but the data leaves your network, so use it on hypothetical or public data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528" y="640080"/>
            <a:ext cx="92628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CASHMAN AI PORTAL — INTERNAL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51560"/>
            <a:ext cx="9262872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030303"/>
                </a:solidFill>
                <a:latin typeface="Petrona"/>
              </a:rPr>
              <a:t>Same approach.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30552"/>
            <a:ext cx="9482328" cy="44343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6564947"/>
            <a:ext cx="9482328" cy="36576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ashman-portal-summar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240280"/>
            <a:ext cx="9262872" cy="42149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6866699"/>
            <a:ext cx="92628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 dirty="0">
                <a:solidFill>
                  <a:srgbClr val="6B6B6B"/>
                </a:solidFill>
                <a:latin typeface="Inter"/>
              </a:rPr>
              <a:t>For real Cashman files, attach to the Portal instead. Files stay on company infrastructure. Best paired with Microsoft Copilot inside Word/Excel for per-file follow-ups.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149</Words>
  <Application>Microsoft Macintosh PowerPoint</Application>
  <PresentationFormat>Custom</PresentationFormat>
  <Paragraphs>13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Inter</vt:lpstr>
      <vt:lpstr>Petrona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Sun</cp:lastModifiedBy>
  <cp:revision>3</cp:revision>
  <dcterms:created xsi:type="dcterms:W3CDTF">2013-01-27T09:14:16Z</dcterms:created>
  <dcterms:modified xsi:type="dcterms:W3CDTF">2026-05-04T18:33:38Z</dcterms:modified>
  <cp:category/>
</cp:coreProperties>
</file>