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Data Cleanup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Three formats in. One clean table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NEW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Normalization ·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Normalization — force inconsistent data into one shape.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Schema — the column blueprint you want AI to fill.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Always spot-check the edge cases.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