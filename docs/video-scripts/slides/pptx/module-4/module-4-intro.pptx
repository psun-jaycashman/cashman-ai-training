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Spreadsheets and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Stop Googling formulas. Just describe what you want.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THREE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One real $32M project.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AI-powered formulas — on a $32M schedule of values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Smarter data analysis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Cleaner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