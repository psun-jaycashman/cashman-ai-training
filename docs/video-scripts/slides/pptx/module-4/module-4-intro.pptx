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822960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20116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B6E2B"/>
                </a:solidFill>
                <a:latin typeface="Inter"/>
              </a:rPr>
              <a:t>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246888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>
                <a:solidFill>
                  <a:srgbClr val="030303"/>
                </a:solidFill>
                <a:latin typeface="Petrona"/>
              </a:rPr>
              <a:t>Spreadsheets and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4754880"/>
            <a:ext cx="92628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Stop Googling formulas. Just describe what you want.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7406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E2B"/>
                </a:solidFill>
                <a:latin typeface="Inter"/>
              </a:rPr>
              <a:t>CASHMAN  ·  AI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6E2B"/>
                </a:solidFill>
                <a:latin typeface="Inter"/>
              </a:rPr>
              <a:t>THREE 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030303"/>
                </a:solidFill>
                <a:latin typeface="Petrona"/>
              </a:rPr>
              <a:t>Describe it. Don't Google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2926080"/>
            <a:ext cx="731520" cy="54864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383280"/>
            <a:ext cx="9262872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1.  AI-powered formulas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2.  Smarter data analysis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3.  Cleaner data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