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6E2B"/>
                </a:solidFill>
                <a:latin typeface="Inter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030303"/>
                </a:solidFill>
                <a:latin typeface="Petrona"/>
              </a:rPr>
              <a:t>Spreadsheets and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Stop Googling formulas. Just describe what you want.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THREE 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One real $32M project.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1.  AI-powered formulas — on a $32M schedule of values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2.  Smarter data analysis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3.  Cleaner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