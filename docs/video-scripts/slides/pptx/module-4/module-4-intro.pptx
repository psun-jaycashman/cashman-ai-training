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8229600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201168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B6E2B"/>
                </a:solidFill>
                <a:latin typeface="Inter"/>
              </a:rPr>
              <a:t>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2468880"/>
            <a:ext cx="926287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030303"/>
                </a:solidFill>
                <a:latin typeface="Petrona"/>
              </a:rPr>
              <a:t>Spreadsheets and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4754880"/>
            <a:ext cx="926287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Stop Googling formulas. Just describe what you want.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7406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B6E2B"/>
                </a:solidFill>
                <a:latin typeface="Inter"/>
              </a:rPr>
              <a:t>CASHMAN  ·  AI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8" y="82296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B6E2B"/>
                </a:solidFill>
                <a:latin typeface="Inter"/>
              </a:rPr>
              <a:t>THREE 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80160"/>
            <a:ext cx="92628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030303"/>
                </a:solidFill>
                <a:latin typeface="Petrona"/>
              </a:rPr>
              <a:t>One real $32M project.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2926080"/>
            <a:ext cx="731520" cy="54864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3383280"/>
            <a:ext cx="9262872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1.  AI-powered formulas — on a $32M schedule of values</a:t>
            </a:r>
          </a:p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2.  Smarter data analysis</a:t>
            </a:r>
          </a:p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3.  Cleaner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