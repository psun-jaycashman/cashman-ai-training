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AI-Powered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Stop Googling. Start describing.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WHAT YOU'RE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Conditional logic, in plain English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Describe the rule — "OVER BUDGET if Spent &gt; Budget."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AI writes the formula (IF / IFS / SWITCH).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Watch for absolute vs relative references ($B$2 vs B2).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Always test the formula.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Plug in numbers where you already know the answer.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If the formula gives the wrong result — find out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