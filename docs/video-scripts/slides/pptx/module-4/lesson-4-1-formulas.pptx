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$32M Schedule of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Real-shaped formulas. Real verification. Downloadable.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WORKBOOK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21 line items. 7 divisions. 8 formulas.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Inputs filled in: Total Contract, Previously, This Period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You write: Total Billed · % Complete · Remaining · Retention · Net Earned · Status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Plus: SUMIFS division subtotals + project total row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Always test the formula.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$32M means a wrong formula = real-money mistake.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Test with known rows. Project % complete is weighted, never averaged.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