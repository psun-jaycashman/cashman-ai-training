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201168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B6E2B"/>
                </a:solidFill>
                <a:latin typeface="Inter"/>
              </a:rPr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246888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030303"/>
                </a:solidFill>
                <a:latin typeface="Petrona"/>
              </a:rPr>
              <a:t>Data Analysis with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4754880"/>
            <a:ext cx="92628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32 hypothetical projects. One question. Your on-call analyst.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7406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B6E2B"/>
                </a:solidFill>
                <a:latin typeface="Inter"/>
              </a:rPr>
              <a:t>CASHMAN  · 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THREE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Pivot · Variance · Correlation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2926080"/>
            <a:ext cx="731520" cy="54864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383280"/>
            <a:ext cx="9262872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Pivot table — summarize by category.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Variance — actual minus expected.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Correlation ≠ Causation. Don't confuse the two.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64008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COPILOT IN EXCEL —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051560"/>
            <a:ext cx="926287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30303"/>
                </a:solidFill>
                <a:latin typeface="Petrona"/>
              </a:rPr>
              <a:t>Cost overrun drivers, in seconds.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130552"/>
            <a:ext cx="9482328" cy="339074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5521298"/>
            <a:ext cx="9482328" cy="36576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pilot-excel-cost-overrun-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240280"/>
            <a:ext cx="9262872" cy="31712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8" y="5823050"/>
            <a:ext cx="92628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6B6B6B"/>
                </a:solidFill>
                <a:latin typeface="Inter"/>
              </a:rPr>
              <a:t>Copilot in Excel built the Summary by Project Type, the Cost Overrun Drivers table, and the risk profile column from one prompt. Read it — but always verify the numbers tie back to the source rows.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THE JUDGMENT 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AI suggests. You decide.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3840480"/>
            <a:ext cx="9262872" cy="2377440"/>
          </a:xfrm>
          <a:prstGeom prst="rect">
            <a:avLst/>
          </a:prstGeom>
          <a:solidFill>
            <a:srgbClr val="C8E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" y="3840480"/>
            <a:ext cx="118872" cy="237744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4160520"/>
            <a:ext cx="8531352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30303"/>
                </a:solidFill>
                <a:latin typeface="Petrona"/>
              </a:rPr>
              <a:t>32 projects across 4 categories isn't enough for regression.</a:t>
            </a:r>
          </a:p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30303"/>
                </a:solidFill>
                <a:latin typeface="Petrona"/>
              </a:rPr>
              <a:t>Apply your domain expertise to AI's suggestions.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