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Data Analysis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Your on-call analyst.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THREE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Pivot · Variance · Correlation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Pivot table — summarize by category.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Variance — actual minus expected.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Correlation ≠ Causation. Don't confuse the two.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JUDGMENT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AI suggests. You decide.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50 projects across 4 categories isn't enough for regression.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Apply your domain expertise to AI's suggestions.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