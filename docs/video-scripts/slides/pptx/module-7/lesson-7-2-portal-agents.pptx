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030303"/>
                </a:solidFill>
                <a:latin typeface="Petrona"/>
              </a:rPr>
              <a:t>Using Portal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Watch the agent show its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6E2B"/>
                </a:solidFill>
                <a:latin typeface="Inter"/>
              </a:rPr>
              <a:t>WHAT TO WATCH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30303"/>
                </a:solidFill>
                <a:latin typeface="Petrona"/>
              </a:rPr>
              <a:t>Tool calls · Citations ·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•  Tool calls — "Searching project DB…"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•  Citations — clickable sources you can verify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•  Multi-step output — visible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6E2B"/>
                </a:solidFill>
                <a:latin typeface="Inter"/>
              </a:rPr>
              <a:t>THE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30303"/>
                </a:solidFill>
                <a:latin typeface="Petrona"/>
              </a:rPr>
              <a:t>Automation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30303"/>
                </a:solidFill>
                <a:latin typeface="Petrona"/>
              </a:rPr>
              <a:t>People over-trust polished automated systems.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030303"/>
                </a:solidFill>
                <a:latin typeface="Petrona"/>
              </a:rPr>
              <a:t>Click the citations. Spot-check the math. Always.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