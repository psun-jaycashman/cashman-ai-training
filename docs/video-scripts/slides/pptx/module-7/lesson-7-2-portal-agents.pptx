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Using Portal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Watch the agent show its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WHAT TO WATCH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Tool calls · Citations ·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Tool calls — "Searching project DB…"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Citations — clickable sources you can verify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Multi-step output — visible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Automation Bias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People over-trust polished automated systems.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Click the citations. Spot-check the math. Always.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