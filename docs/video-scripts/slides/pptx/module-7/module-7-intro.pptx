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8229600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5528" y="201168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B6E2B"/>
                </a:solidFill>
                <a:latin typeface="Inter"/>
              </a:rPr>
              <a:t>MODULE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2468880"/>
            <a:ext cx="926287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>
                <a:solidFill>
                  <a:srgbClr val="030303"/>
                </a:solidFill>
                <a:latin typeface="Petrona"/>
              </a:rPr>
              <a:t>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4754880"/>
            <a:ext cx="926287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Up to now, AI just talked. Now it can 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74066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E2B"/>
                </a:solidFill>
                <a:latin typeface="Inter"/>
              </a:rPr>
              <a:t>CASHMAN  ·  AI TRAINING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5528" y="82296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B6E2B"/>
                </a:solidFill>
                <a:latin typeface="Inter"/>
              </a:rPr>
              <a:t>THE BIG SHIFT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280160"/>
            <a:ext cx="926287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>
                <a:solidFill>
                  <a:srgbClr val="030303"/>
                </a:solidFill>
                <a:latin typeface="Petrona"/>
              </a:rPr>
              <a:t>Chatbots talk. Agents act.</a:t>
            </a:r>
          </a:p>
        </p:txBody>
      </p:sp>
      <p:sp>
        <p:nvSpPr>
          <p:cNvPr id="4" name="Rectangle 3"/>
          <p:cNvSpPr/>
          <p:nvPr/>
        </p:nvSpPr>
        <p:spPr>
          <a:xfrm>
            <a:off x="795528" y="2926080"/>
            <a:ext cx="731520" cy="54864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3383280"/>
            <a:ext cx="9262872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An agent is the same intern — now with a desk and file access.</a:t>
            </a:r>
          </a:p>
          <a:p>
            <a:pPr algn="l">
              <a:lnSpc>
                <a:spcPct val="14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1.  What agents can do</a:t>
            </a:r>
          </a:p>
          <a:p>
            <a:pPr algn="l">
              <a:lnSpc>
                <a:spcPct val="14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2.  Use one in the Portal</a:t>
            </a:r>
          </a:p>
          <a:p>
            <a:pPr algn="l">
              <a:lnSpc>
                <a:spcPct val="14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3.  Prompt them well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