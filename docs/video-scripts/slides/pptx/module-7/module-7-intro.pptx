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6E2B"/>
                </a:solidFill>
                <a:latin typeface="Inter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030303"/>
                </a:solidFill>
                <a:latin typeface="Petrona"/>
              </a:rP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Up to now, AI just talked. Now it can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6E2B"/>
                </a:solidFill>
                <a:latin typeface="Inter"/>
              </a:rPr>
              <a:t>THE BIG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30303"/>
                </a:solidFill>
                <a:latin typeface="Petrona"/>
              </a:rPr>
              <a:t>Chatbots talk. Agents 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An agent is the same intern — now with a desk and file access.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1.  What agents can do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2.  Use one in the Portal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3.  Prompt them well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