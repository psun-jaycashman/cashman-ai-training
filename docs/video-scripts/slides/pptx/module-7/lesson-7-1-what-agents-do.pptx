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What Agents Can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Same intern. New desk.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THREE NEW TERMS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Tool use · Multi-step · Orchestration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Tool use — agent invoking search, queries, calculations.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Multi-step reasoning — breaking a goal into sub-tasks.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Orchestration — stringing tools together in the right order.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DESIGN PRINCIPLE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Human in the loop.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Capable agents propose consequential actions.</a:t>
            </a:r>
          </a:p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A human approves before anything irreversible happens.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