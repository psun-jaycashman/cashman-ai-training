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B6E2B"/>
                </a:solidFill>
                <a:latin typeface="Inter"/>
              </a:rPr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030303"/>
                </a:solidFill>
                <a:latin typeface="Petrona"/>
              </a:rPr>
              <a:t>What Agents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Same intern. New desk.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THREE NEW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Tool use · Multi-step · Orchestration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Tool use — agent invoking search, queries, calculations.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Multi-step reasoning — breaking a goal into sub-tasks.</a:t>
            </a:r>
          </a:p>
          <a:p>
            <a:pPr algn="l">
              <a:lnSpc>
                <a:spcPct val="145000"/>
              </a:lnSpc>
            </a:pPr>
            <a:r>
              <a:rPr sz="2200" b="0">
                <a:solidFill>
                  <a:srgbClr val="272525"/>
                </a:solidFill>
                <a:latin typeface="Inter"/>
              </a:rPr>
              <a:t>Orchestration — stringing tools together in the right order.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B6E2B"/>
                </a:solidFill>
                <a:latin typeface="Inter"/>
              </a:rPr>
              <a:t>DESIGN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030303"/>
                </a:solidFill>
                <a:latin typeface="Petrona"/>
              </a:rPr>
              <a:t>Human in the 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Capable agents propose consequential actions.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030303"/>
                </a:solidFill>
                <a:latin typeface="Petrona"/>
              </a:rPr>
              <a:t>A human approves before anything irreversible happens.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