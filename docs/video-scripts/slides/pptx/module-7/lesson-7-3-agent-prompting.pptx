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Effective Agent 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Vague goals get vague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PROMPTING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WHO · WHAT · WHERE · 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WHO     — the persona or agent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WHAT    — the specific task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WHERE   — the data source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HOW     — the output format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PRO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Constraints + Output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Tell the agent what NOT to do.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Give it the exact column names and structure you want 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