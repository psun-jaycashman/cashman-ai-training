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30303"/>
                </a:solidFill>
                <a:latin typeface="Petrona"/>
              </a:rPr>
              <a:t>Effective Agent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Vague goals get vague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PROMPTING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WHO · WHAT · WHERE ·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WHO     — the persona or agent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WHAT    — the specific task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WHERE   — the data source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•  HOW     — the output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PRO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Constraints + Output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Tell the agent what NOT to do.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Give it the exact column names and structure you want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