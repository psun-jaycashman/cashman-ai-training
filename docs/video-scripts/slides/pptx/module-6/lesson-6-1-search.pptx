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Searching Company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Stop hunting. Start asking.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NEW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Embedding · Semantic Search ·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Embedding — a mathematical "fingerprint" of meaning.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Semantic search finds meaning, not just exact words.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RAG = Retrieval-Augmented Generation. Open-book exam.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ALWAYS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Verify the citation.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A good RAG system tells you where the answer came from.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Click through. Confirm the source actually says that.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