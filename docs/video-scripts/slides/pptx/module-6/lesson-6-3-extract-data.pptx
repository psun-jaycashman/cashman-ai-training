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Extracting Structured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Wall of text in. Action-ready table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PROMPT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Source · Fields ·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Source     — "here's a paragraph from a project spec"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Fields     — "extract every distinct requirement"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Structure  — "Requirement, Category, Deadline, Priority"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AUDIT HABIT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Count the source.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If the source has 9 requirements and AI extracted 7,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you've got a gap. Ask: "Did you miss anything?"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