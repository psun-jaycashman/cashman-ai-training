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Building Your AI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Wrap up. Lock it in. Take the badge.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SECURITY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Five risks. Five defenses.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Prompt Injection  — review AI output on outside input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Hallucinations    — source-grounding + verification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Wrong Formulas    — test with known values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Deepfakes         — verify through a separate channel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Data Leakage      — company data → Portal. Period.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Print it. Tape it. Live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Survey → Final Assessment → Think (AI)mpossible.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You did the work. You earned this.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