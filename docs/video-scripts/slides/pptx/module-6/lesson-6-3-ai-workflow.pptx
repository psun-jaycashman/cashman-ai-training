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00" d="100"/>
          <a:sy n="100" d="100"/>
        </p:scale>
        <p:origin x="77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Building Your AI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SECURITY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Five risks. Five defenses.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 dirty="0">
                <a:solidFill>
                  <a:srgbClr val="272525"/>
                </a:solidFill>
                <a:latin typeface="Inter"/>
              </a:rPr>
              <a:t>•  Prompt Injection  — review AI output on outside input</a:t>
            </a:r>
          </a:p>
          <a:p>
            <a:pPr algn="l">
              <a:lnSpc>
                <a:spcPct val="145000"/>
              </a:lnSpc>
            </a:pPr>
            <a:r>
              <a:rPr sz="2200" b="0" i="0" dirty="0">
                <a:solidFill>
                  <a:srgbClr val="272525"/>
                </a:solidFill>
                <a:latin typeface="Inter"/>
              </a:rPr>
              <a:t>•  Hallucinations    — source-grounding + verification</a:t>
            </a:r>
          </a:p>
          <a:p>
            <a:pPr algn="l">
              <a:lnSpc>
                <a:spcPct val="145000"/>
              </a:lnSpc>
            </a:pPr>
            <a:r>
              <a:rPr sz="2200" b="0" i="0" dirty="0">
                <a:solidFill>
                  <a:srgbClr val="272525"/>
                </a:solidFill>
                <a:latin typeface="Inter"/>
              </a:rPr>
              <a:t>•  Wrong Formulas    — test with known values</a:t>
            </a:r>
          </a:p>
          <a:p>
            <a:pPr algn="l">
              <a:lnSpc>
                <a:spcPct val="145000"/>
              </a:lnSpc>
            </a:pPr>
            <a:r>
              <a:rPr sz="2200" b="0" i="0" dirty="0">
                <a:solidFill>
                  <a:srgbClr val="272525"/>
                </a:solidFill>
                <a:latin typeface="Inter"/>
              </a:rPr>
              <a:t>•  Deepfakes         — verify through a separate channel</a:t>
            </a:r>
          </a:p>
          <a:p>
            <a:pPr algn="l">
              <a:lnSpc>
                <a:spcPct val="145000"/>
              </a:lnSpc>
            </a:pPr>
            <a:r>
              <a:rPr sz="2200" b="0" i="0" dirty="0">
                <a:solidFill>
                  <a:srgbClr val="272525"/>
                </a:solidFill>
                <a:latin typeface="Inter"/>
              </a:rPr>
              <a:t>•  Data Leakage      — company data → Portal. Period.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5528" y="1280160"/>
            <a:ext cx="9262872" cy="675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4200" b="1" i="0" dirty="0">
                <a:solidFill>
                  <a:srgbClr val="030303"/>
                </a:solidFill>
                <a:latin typeface="Petrona"/>
              </a:rPr>
              <a:t>Finished.</a:t>
            </a:r>
            <a:endParaRPr sz="4200" b="1" i="0" dirty="0">
              <a:solidFill>
                <a:srgbClr val="030303"/>
              </a:solidFill>
              <a:latin typeface="Petron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" y="4547594"/>
            <a:ext cx="8531352" cy="963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 dirty="0">
                <a:solidFill>
                  <a:srgbClr val="030303"/>
                </a:solidFill>
                <a:latin typeface="Petrona"/>
              </a:rPr>
              <a:t>Survey → Think (A</a:t>
            </a:r>
            <a:r>
              <a:rPr lang="en-US" sz="2600" b="1" i="0" dirty="0">
                <a:solidFill>
                  <a:srgbClr val="030303"/>
                </a:solidFill>
                <a:latin typeface="Petrona"/>
              </a:rPr>
              <a:t>)</a:t>
            </a:r>
            <a:r>
              <a:rPr sz="2600" b="1" i="0" dirty="0">
                <a:solidFill>
                  <a:srgbClr val="030303"/>
                </a:solidFill>
                <a:latin typeface="Petrona"/>
              </a:rPr>
              <a:t>Impossible.</a:t>
            </a:r>
          </a:p>
          <a:p>
            <a:pPr algn="l">
              <a:lnSpc>
                <a:spcPct val="125000"/>
              </a:lnSpc>
            </a:pPr>
            <a:r>
              <a:rPr sz="2600" b="1" i="0" dirty="0">
                <a:solidFill>
                  <a:srgbClr val="030303"/>
                </a:solidFill>
                <a:latin typeface="Petrona"/>
              </a:rPr>
              <a:t>You did the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76</Words>
  <Application>Microsoft Macintosh PowerPoint</Application>
  <PresentationFormat>Custom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Inter</vt:lpstr>
      <vt:lpstr>Petrona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Sun</cp:lastModifiedBy>
  <cp:revision>2</cp:revision>
  <dcterms:created xsi:type="dcterms:W3CDTF">2013-01-27T09:14:16Z</dcterms:created>
  <dcterms:modified xsi:type="dcterms:W3CDTF">2026-05-06T21:47:09Z</dcterms:modified>
  <cp:category/>
</cp:coreProperties>
</file>