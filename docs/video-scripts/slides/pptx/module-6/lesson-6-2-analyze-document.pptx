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Analyzing a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Three questions. Three minutes. Done.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THREE-QUESTION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Requirements · Deadlines ·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1.  What are the key requirements?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2.  What are the deadlines?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3.  What are the risks?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NEW TERM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Lost in the middle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AI focuses on the start and end of long documents.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For very long files, analyze section by section.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