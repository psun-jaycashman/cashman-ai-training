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Deep Research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Three tools. One pipeline. Under an hour.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Research → Synthesize →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ChatGPT or Claude Deep Research → cited report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Google Notebook LM → briefing + audio overview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Claude / GPT / Copilot → 10-slide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PROMPT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Decision · Audience · Sources ·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Decision the report supports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Audience reading it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Source constraints (peer-reviewed, OEM, USACE)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Output format (markdown, sections, citations)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TWO NON-NEGOTIABLES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Public data only · Verify before you 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No client names, no internal pricing in public Deep Research.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Spot-check the biggest 2-3 numbers and click the citations.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