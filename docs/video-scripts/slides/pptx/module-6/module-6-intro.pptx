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Document Processing &amp;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Find what's inside. Research what's outside. Build the deck.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THREE LESSONS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Search · Deep Research ·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1.  Search company documents (the Portal + RAG)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2.  Deep Research → Notebook LM → AI Slides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3.  Build your AI workflow + take the survey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ONE BADGE 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Think (AI)mpossible.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3840480"/>
            <a:ext cx="9262872" cy="2377440"/>
          </a:xfrm>
          <a:prstGeom prst="rect">
            <a:avLst/>
          </a:prstGeom>
          <a:solidFill>
            <a:srgbClr val="C8E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840480"/>
            <a:ext cx="118872" cy="237744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4160520"/>
            <a:ext cx="8531352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Finish Module 6, take the survey, pass the final assessment.</a:t>
            </a:r>
          </a:p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You earn the badge and the certificate.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