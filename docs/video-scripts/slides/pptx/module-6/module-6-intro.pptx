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Document Processing &amp;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Stop hunting through SharePoint. Just ask the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RAG — like an open-book exam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AI looks up the answer in our documents instead of guessing.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1.  Search company documents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2.  Analyze a single document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3.  Extract structured data from specs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