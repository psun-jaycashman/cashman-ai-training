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Templates and Checklists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Build it once. Use it forever.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Standard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Describe the document. Ask AI for a template.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Use [Brackets] for placeholder fields.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Save the prompt — not just the 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