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6E2B"/>
                </a:solidFill>
                <a:latin typeface="Inter"/>
              </a:rPr>
              <a:t>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030303"/>
                </a:solidFill>
                <a:latin typeface="Petrona"/>
              </a:rPr>
              <a:t>Reports and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First drafts in minutes. Polished work in an hour.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THE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Writer → Reviewer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Write a report from scratch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Polish a rough draft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Build reusable templates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