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B6E2B"/>
                </a:solidFill>
                <a:latin typeface="Inter"/>
              </a:rPr>
              <a:t>LESSON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030303"/>
                </a:solidFill>
                <a:latin typeface="Petrona"/>
              </a:rPr>
              <a:t>Summarize the Quincy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Real Cashman daily reports. Nine weeks. One PDF.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Executive summary + thematic insights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PDF spans Dec 30, 2006 → Mar 5, 2007 (~9 weeks).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Word files extracted, combined into one PDF for AI.</a:t>
            </a:r>
          </a:p>
          <a:p>
            <a:pPr algn="l">
              <a:lnSpc>
                <a:spcPct val="145000"/>
              </a:lnSpc>
            </a:pPr>
            <a:r>
              <a:rPr sz="2200" b="0" i="0">
                <a:solidFill>
                  <a:srgbClr val="272525"/>
                </a:solidFill>
                <a:latin typeface="Inter"/>
              </a:rPr>
              <a:t>•  Summarize the season. Group insights by theme.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B6E2B"/>
                </a:solidFill>
                <a:latin typeface="Inter"/>
              </a:rPr>
              <a:t>THE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030303"/>
                </a:solidFill>
                <a:latin typeface="Petrona"/>
              </a:rPr>
              <a:t>Source-grounding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Daily reports are full of specific facts.</a:t>
            </a:r>
          </a:p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30303"/>
                </a:solidFill>
                <a:latin typeface="Petrona"/>
              </a:rPr>
              <a:t>Verify every name, number, and date AI cites — back to the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