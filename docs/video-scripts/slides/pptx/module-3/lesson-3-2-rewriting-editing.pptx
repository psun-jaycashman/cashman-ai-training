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Summarize the Quincy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Real Cashman daily reports. Nine weeks. One PDF.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Executive summary + thematic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PDF spans Dec 30, 2006 → Mar 5, 2007 (~9 weeks).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Word files extracted, combined into one PDF for AI.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Summarize the season. Group insights by theme.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Source-grounding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Daily reports are full of specific facts.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Verify every name, number, and date AI cites — back to the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