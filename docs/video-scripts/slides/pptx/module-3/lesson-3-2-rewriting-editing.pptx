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8229600"/>
          </a:xfrm>
          <a:prstGeom prst="rect">
            <a:avLst/>
          </a:prstGeom>
          <a:solidFill>
            <a:srgbClr val="2B6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5528" y="2011680"/>
            <a:ext cx="9262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B6E2B"/>
                </a:solidFill>
                <a:latin typeface="Inter"/>
              </a:rPr>
              <a:t>LESSON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2468880"/>
            <a:ext cx="9262872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1">
                <a:solidFill>
                  <a:srgbClr val="030303"/>
                </a:solidFill>
                <a:latin typeface="Petrona"/>
              </a:rPr>
              <a:t>Rewriting and Editing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4754880"/>
            <a:ext cx="9262872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272525"/>
                </a:solidFill>
                <a:latin typeface="Inter"/>
              </a:rPr>
              <a:t>Take a rough draft. Make it shine.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8" y="74066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E2B"/>
                </a:solidFill>
                <a:latin typeface="Inter"/>
              </a:rPr>
              <a:t>CASHMAN  ·  AI TRAINING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5528" y="822960"/>
            <a:ext cx="9262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2B6E2B"/>
                </a:solidFill>
                <a:latin typeface="Inter"/>
              </a:rPr>
              <a:t>THE SKILL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280160"/>
            <a:ext cx="926287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200" b="1">
                <a:solidFill>
                  <a:srgbClr val="030303"/>
                </a:solidFill>
                <a:latin typeface="Petrona"/>
              </a:rPr>
              <a:t>Source-grounding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95528" y="2926080"/>
            <a:ext cx="731520" cy="54864"/>
          </a:xfrm>
          <a:prstGeom prst="rect">
            <a:avLst/>
          </a:prstGeom>
          <a:solidFill>
            <a:srgbClr val="2B6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8" y="3383280"/>
            <a:ext cx="9262872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200" b="0">
                <a:solidFill>
                  <a:srgbClr val="272525"/>
                </a:solidFill>
                <a:latin typeface="Inter"/>
              </a:rPr>
              <a:t>Tell AI exactly who the audience is.</a:t>
            </a:r>
          </a:p>
          <a:p>
            <a:pPr algn="l">
              <a:lnSpc>
                <a:spcPct val="145000"/>
              </a:lnSpc>
            </a:pPr>
            <a:r>
              <a:rPr sz="2200" b="0">
                <a:solidFill>
                  <a:srgbClr val="272525"/>
                </a:solidFill>
                <a:latin typeface="Inter"/>
              </a:rPr>
              <a:t>Compare the rewrite to the original side by side.</a:t>
            </a:r>
          </a:p>
          <a:p>
            <a:pPr algn="l">
              <a:lnSpc>
                <a:spcPct val="145000"/>
              </a:lnSpc>
            </a:pPr>
            <a:r>
              <a:rPr sz="2200" b="0">
                <a:solidFill>
                  <a:srgbClr val="272525"/>
                </a:solidFill>
                <a:latin typeface="Inter"/>
              </a:rPr>
              <a:t>Anything new = suspect. Verify or remove.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