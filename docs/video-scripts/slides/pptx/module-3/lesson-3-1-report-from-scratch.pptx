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From Notes to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Bullet points in. Polished repor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STANDARD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Executive summary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Top 3-4 sentences = the bottom line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Then: Schedule · Budget · Safety · Completed · Upcoming · Issues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Tell AI: "keep specific numbers from the note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ALWAY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Halluci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Anything in the report that wasn't in the notes is suspect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Read the draft against your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