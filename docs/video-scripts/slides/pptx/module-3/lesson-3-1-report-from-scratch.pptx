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From Notes to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Bullet points in. Polished report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STANDARD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Executive summary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Top 3-4 sentences = the bottom line.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Then: Schedule · Budget · Safety · Completed · Upcoming · Issues.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Tell AI: "keep specific numbers from the notes."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ALWAYS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Hallucinations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Anything in the report that wasn't in the notes is suspect.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Read the draft against your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