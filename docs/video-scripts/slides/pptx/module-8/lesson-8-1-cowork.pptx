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Claude Cowork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The tool for the hard problems.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WHY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Long context · Chain-of-thought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Long context — holds whole contracts and research files.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Chain-of-thought — works through problems step by step.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Workflow: Frame → Provide → Structure → Iterate.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REMINDER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Use the Portal for company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Cowork is great for analysis where the thinking is the value.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For sensitive Cashman data, the Portal is still the right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