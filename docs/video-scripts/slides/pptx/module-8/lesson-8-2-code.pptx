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Automation for the technically-inclined.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WHAT IT'S GOOD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Automate the repetitive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Batch file processing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Data scripts (parse, clean, report)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Quick utilities and debugging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EVEN IF YOU'RE NOT TECHNICAL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Spot the opportunity.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Same multi-step task, over and over? Flag it.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Most of these can be automated in an afternoon.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