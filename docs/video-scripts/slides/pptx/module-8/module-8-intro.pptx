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Power User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Bigger problems. Better tools. Your personal AI playbook.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TWO NEW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Claude Cowork ·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Cowork — for deep, multi-step analysis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Code   — for automation and scripting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Then we put it all together into your personal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