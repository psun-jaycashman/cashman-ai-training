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Power Use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Bigger problems. Better tools. Your personal AI play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WO NEW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laude Cowork ·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work — for deep, multi-step analysi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de   — for automation and scripting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en we put it all together into your personal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