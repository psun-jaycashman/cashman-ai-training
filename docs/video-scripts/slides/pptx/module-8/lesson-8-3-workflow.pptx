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Your Personal AI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Tool for tool. Risk for risk. Habit for habit.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DECISION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Five questions. Always know the tool.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Company data?  →  Cashman AI Portal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Office work?    →  Microsoft Copilot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Deep analysis?  →  Claude Cowork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4.  Automation?     →  Claude Code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5.  General?        →  Any tool (incl. ChatGPT, non-sensitive only)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Six risks. Six defenses.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Hallucination · Prompt Injection · Wrong Formulas · Deepfakes · Data Leakage · Agent Over-Trust.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Verify. Verify. Verify.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