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Video, Audio, Transcription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Meetings document themselves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WHAT'S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Transcribe · Summarize · Follow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Auto-transcription with speaker diarization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AI-generated summary, action items, draft email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And: voice cloning + synthetic video are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Verify through a separate channel.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Unusual financial or legal request by voicemail or email?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Call them back on a phone number you already have.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