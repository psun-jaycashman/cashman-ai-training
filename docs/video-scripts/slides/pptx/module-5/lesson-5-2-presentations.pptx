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8229600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5528" y="201168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B6E2B"/>
                </a:solidFill>
                <a:latin typeface="Inter"/>
              </a:rPr>
              <a:t>LESSON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2468880"/>
            <a:ext cx="926287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>
                <a:solidFill>
                  <a:srgbClr val="030303"/>
                </a:solidFill>
                <a:latin typeface="Petrona"/>
              </a:rPr>
              <a:t>Presentations with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4754880"/>
            <a:ext cx="926287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Outline first. Detail second.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74066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E2B"/>
                </a:solidFill>
                <a:latin typeface="Inter"/>
              </a:rPr>
              <a:t>CASHMAN  ·  AI TRAINING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5528" y="82296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B6E2B"/>
                </a:solidFill>
                <a:latin typeface="Inter"/>
              </a:rPr>
              <a:t>THE TWO-STEP PATTERN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280160"/>
            <a:ext cx="926287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>
                <a:solidFill>
                  <a:srgbClr val="030303"/>
                </a:solidFill>
                <a:latin typeface="Petrona"/>
              </a:rPr>
              <a:t>Progressive elaboration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95528" y="2926080"/>
            <a:ext cx="731520" cy="54864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3383280"/>
            <a:ext cx="9262872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1.  Ask for the outline first — titles + one-line purpose per slide.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2.  Approve the structure. Then ask for slide content.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Tell AI exactly who the audience is.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