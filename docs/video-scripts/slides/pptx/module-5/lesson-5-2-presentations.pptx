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Presentations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Outline first. Detail second.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TWO-STEP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Progressive elaboration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1.  Ask for the outline first — titles + one-line purpose per slide.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2.  Approve the structure. Then ask for slide content.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Tell AI exactly who the audience 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