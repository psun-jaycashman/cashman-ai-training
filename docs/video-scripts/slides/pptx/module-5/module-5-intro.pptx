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Images, Video, and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AI doesn't just write — it draws, designs, listens, and can fake.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WHAT YOU'LL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Generate. Build. Transcribe.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Generate presentation images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Build slide decks from notes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3.  Transcribe and summarize meetings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