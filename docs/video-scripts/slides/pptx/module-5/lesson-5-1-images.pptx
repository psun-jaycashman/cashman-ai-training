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Creating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No design skills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IMAGE-PROMPT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Subject · Composition · Style · Exclusions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Subject     — what's in the image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Composition — how it's framed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Style       — what it looks like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Exclusions  — what to leave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SECURITY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Deepfakes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The same tech that makes useful images makes convincing fake ones.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Verify any photo that supports a financial or legal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