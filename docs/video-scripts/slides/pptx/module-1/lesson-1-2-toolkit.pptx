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Your AI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Three tools. Three jobs. One simple rule for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WHICH TOOL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Portal · Copilot · 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Portal  →  anything sensitive (contracts, bids, financials)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Copilot →  Outlook, Word, Excel, PowerPoint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ChatGPT →  general, public, non-sensitive learning &amp; brainstorming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The Bulletin Board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If you wouldn't pin it on a public board in the lobby,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don't paste it into a public AI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