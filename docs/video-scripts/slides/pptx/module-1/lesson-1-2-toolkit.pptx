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6E2B"/>
                </a:solidFill>
                <a:latin typeface="Inter"/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030303"/>
                </a:solidFill>
                <a:latin typeface="Petrona"/>
              </a:rPr>
              <a:t>Your AI Toolkit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Three tools. Three jobs. One simple rule for 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WHICH TOOL WHEN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Portal · Copilot · ChatGPT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Portal  →  anything sensitive (contracts, bids, financials)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Copilot →  Outlook, Word, Excel, PowerPoint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ChatGPT →  general, public, non-sensitive learning &amp; brainstorming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THE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The Bulletin Board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30303"/>
                </a:solidFill>
                <a:latin typeface="Petrona"/>
              </a:rPr>
              <a:t>If you wouldn't pin it on a public board in the lobby,</a:t>
            </a:r>
          </a:p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30303"/>
                </a:solidFill>
                <a:latin typeface="Petrona"/>
              </a:rPr>
              <a:t>don't paste it into a public AI tool.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