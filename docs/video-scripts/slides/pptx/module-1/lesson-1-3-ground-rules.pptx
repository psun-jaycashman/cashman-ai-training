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The 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Four rules. Memorize them. Use them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FOUR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Verify. Protect. Own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Bulletin Board Test — sensitive data → Cashman AI Portal only.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Always verify AI output — check facts, dates, numbers.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You are responsible for what you send.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4.  AI augments. You decide.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