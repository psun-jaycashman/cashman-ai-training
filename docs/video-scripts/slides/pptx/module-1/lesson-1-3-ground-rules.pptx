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822960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201168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B6E2B"/>
                </a:solidFill>
                <a:latin typeface="Inter"/>
              </a:rPr>
              <a:t>LESSON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246888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030303"/>
                </a:solidFill>
                <a:latin typeface="Petrona"/>
              </a:rPr>
              <a:t>The Ground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4754880"/>
            <a:ext cx="92628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Four rules. Memorize them. Use them every day.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7406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B6E2B"/>
                </a:solidFill>
                <a:latin typeface="Inter"/>
              </a:rPr>
              <a:t>CASHMAN  ·  AI TRAINING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B6E2B"/>
                </a:solidFill>
                <a:latin typeface="Inter"/>
              </a:rPr>
              <a:t>THE FOUR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 i="0">
                <a:solidFill>
                  <a:srgbClr val="030303"/>
                </a:solidFill>
                <a:latin typeface="Petrona"/>
              </a:rPr>
              <a:t>Verify. Protect. Own 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2926080"/>
            <a:ext cx="731520" cy="54864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383280"/>
            <a:ext cx="9262872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1.  Bulletin Board Test — sensitive data → Cashman AI Portal only.</a:t>
            </a:r>
          </a:p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2.  Always verify AI output — check facts, dates, numbers.</a:t>
            </a:r>
          </a:p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3.  You are responsible for what you send.</a:t>
            </a:r>
          </a:p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4.  AI augments. You decide.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