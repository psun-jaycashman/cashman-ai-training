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What is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A pattern-matching tool that learned to talk.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NEW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LLM — Large Language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An AI that learned the patterns of language by reading billions of pages.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It predicts the next word — one at a time.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Same prompt twice = possibly different answers (it's non-deterministic).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SKILL WE'RE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Hallucinations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AI confidently invents facts — dates, numbers, citations, names.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Always review the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