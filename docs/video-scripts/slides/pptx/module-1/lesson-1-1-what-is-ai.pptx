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00" d="100"/>
          <a:sy n="100" d="100"/>
        </p:scale>
        <p:origin x="77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What is AI?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A pattern-matching tool that learned to talk.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NEW TERM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LLM — Large Language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An AI that learned the patterns of language by reading billions of pages.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It predicts the next word — one at a time.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Same prompt twice = possibly different answers (it's non-deterministic).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THE SKILL WE'RE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Hallucinations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61288" y="4797662"/>
            <a:ext cx="8531352" cy="463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Always </a:t>
            </a:r>
            <a:r>
              <a:rPr sz="2600" b="1" i="0" dirty="0">
                <a:solidFill>
                  <a:srgbClr val="030303"/>
                </a:solidFill>
                <a:latin typeface="Petrona"/>
              </a:rPr>
              <a:t>review the output.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71</Words>
  <Application>Microsoft Macintosh PowerPoint</Application>
  <PresentationFormat>Custom</PresentationFormat>
  <Paragraphs>12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Inter</vt:lpstr>
      <vt:lpstr>Petrona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Peter Sun</cp:lastModifiedBy>
  <cp:revision>2</cp:revision>
  <dcterms:created xsi:type="dcterms:W3CDTF">2013-01-27T09:14:16Z</dcterms:created>
  <dcterms:modified xsi:type="dcterms:W3CDTF">2026-05-06T21:58:41Z</dcterms:modified>
  <cp:category/>
</cp:coreProperties>
</file>