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Your AI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Three tools. Three jobs. The simple rules that keep you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THREE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Portal · Copilot · ChatGPT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Cashman AI Portal — for company data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Microsoft Copilot — for Office work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ChatGPT — for public, general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